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8A2D95-C851-ABE6-29D0-B2BC73DC8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16A51A-473C-6BDD-6503-5122FECA35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1C1250-09A2-8F0D-3D2C-941E2B51F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A53B9-78AB-437F-9A17-06262938D2EB}" type="datetimeFigureOut">
              <a:rPr lang="zh-CN" altLang="en-US" smtClean="0"/>
              <a:t>2026/10/4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5785E5-53E6-99C8-7FF9-E08DBAEE1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7A5E62-A8B4-CC52-94DD-B310C56FA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D925E-4D3A-4EF3-950F-2B15434D2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04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B21968-D107-5F98-B448-9F502EF18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FE7CA3-E5D2-4FB0-CC6E-E9A386C3E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5325CE-3F7B-EC1C-F1BC-C5D516392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A53B9-78AB-437F-9A17-06262938D2EB}" type="datetimeFigureOut">
              <a:rPr lang="zh-CN" altLang="en-US" smtClean="0"/>
              <a:t>2026/10/4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E62B27-93E9-D9F6-8427-F44608C28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1492EB-4626-A899-8E0D-E87781A5D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D925E-4D3A-4EF3-950F-2B15434D2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754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290CDD-EB98-0935-52EC-18D1FCAE4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EB6726-753A-C035-A2B4-3A7709B4E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DE56C-6EC1-24D0-D5B8-6E3A0E52B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A53B9-78AB-437F-9A17-06262938D2EB}" type="datetimeFigureOut">
              <a:rPr lang="zh-CN" altLang="en-US" smtClean="0"/>
              <a:t>2026/10/4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508018-59EE-DC79-0353-A15C099F8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736D76-8EF4-DEA1-24F3-E2867C934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D925E-4D3A-4EF3-950F-2B15434D2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2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B88C74-8D18-8E41-48C3-5A98565C9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9EC360-452E-40EC-2F73-EBF217E93B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7F99F4-DA63-9E5C-7632-E47243AA0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48EA20-DC55-82D7-F4CC-488D6E882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A53B9-78AB-437F-9A17-06262938D2EB}" type="datetimeFigureOut">
              <a:rPr lang="zh-CN" altLang="en-US" smtClean="0"/>
              <a:t>2026/10/4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781C41-5B4F-3091-8D20-359C8B8B7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A8F423-42CA-B075-BFB0-5722FF9D4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D925E-4D3A-4EF3-950F-2B15434D2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4823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C8592D-8FCF-1BCB-7353-92FA1AAEF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11A6CF-77AB-776E-08D5-40B5F86C8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AAFE5E-0997-AFC8-1FD7-5A7AD0447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6BD999E-55AD-3DF1-BB16-553B56B361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637ED30-1F8A-9974-E92F-4CC9928801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589A181-DDDF-06DA-5070-ECC96B8F1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A53B9-78AB-437F-9A17-06262938D2EB}" type="datetimeFigureOut">
              <a:rPr lang="zh-CN" altLang="en-US" smtClean="0"/>
              <a:t>2026/10/4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0A6F6C7-0F6F-9ED8-5E08-0F8236E9D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AD62A79-37DC-1A16-4DD3-78AA66581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D925E-4D3A-4EF3-950F-2B15434D2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939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A8ABCC-803E-66B8-56CF-4B5882E35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3A34D26-CA23-DA6A-6A87-8F16E4AC7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A53B9-78AB-437F-9A17-06262938D2EB}" type="datetimeFigureOut">
              <a:rPr lang="zh-CN" altLang="en-US" smtClean="0"/>
              <a:t>2026/10/4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01C56EA-F52E-532F-2832-21C60525F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B4287A-76E7-30FE-C3C5-9B6C950C9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D925E-4D3A-4EF3-950F-2B15434D2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2760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9C25021-5A0F-DE74-F63B-9BAD0BE85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A53B9-78AB-437F-9A17-06262938D2EB}" type="datetimeFigureOut">
              <a:rPr lang="zh-CN" altLang="en-US" smtClean="0"/>
              <a:t>2026/10/4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F0C737-C3F4-4443-BCA9-1126F9E25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87B74B-9C03-F282-ACDC-635F53F68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D925E-4D3A-4EF3-950F-2B15434D2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156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80D1DC-8F2D-96F8-2A42-2A7F02498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04FF14-D5F4-D829-6125-2418D6DB1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8AA8D4-26D3-6EF2-2CCC-A09960243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67B506-C483-0455-8FA4-8283E725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A53B9-78AB-437F-9A17-06262938D2EB}" type="datetimeFigureOut">
              <a:rPr lang="zh-CN" altLang="en-US" smtClean="0"/>
              <a:t>2026/10/4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069CF3-0C4C-044D-F6CB-693186676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AC7D51-BD2F-FEA8-642C-08C2C62F4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D925E-4D3A-4EF3-950F-2B15434D2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700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3878A5-24BF-2DB1-82B1-11D9A44C7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A549606-B862-2552-7D2B-DC052B5CAEE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17A6E2-768E-7932-BAFC-983774DB0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AA5F1E-FEDA-EAC9-5462-E9F5AF764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A53B9-78AB-437F-9A17-06262938D2EB}" type="datetimeFigureOut">
              <a:rPr lang="zh-CN" altLang="en-US" smtClean="0"/>
              <a:t>2026/10/4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470D22-3EB0-1322-B860-52BBB4B76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802DC4-366A-0E82-E4C4-046A894E8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D925E-4D3A-4EF3-950F-2B15434D2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47E5FC-167C-56B4-D89B-D4DEEC4E1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68C31F-C655-E6DC-CB75-5BCEC4360A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1321C0-C4E0-D007-21D1-AD75788A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A53B9-78AB-437F-9A17-06262938D2EB}" type="datetimeFigureOut">
              <a:rPr lang="zh-CN" altLang="en-US" smtClean="0"/>
              <a:t>2026/10/4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AFF7FD-B122-8F5D-544B-E410A8A00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4DA186-298B-1CFD-DC3F-93340244B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D925E-4D3A-4EF3-950F-2B15434D2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889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DF11AD9-1A13-8D2A-F1A8-D858F6289B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1823AC-8EAA-B7C1-D68C-1524BDA53E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DF01E0-77F3-CAEB-21AE-178163266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A53B9-78AB-437F-9A17-06262938D2EB}" type="datetimeFigureOut">
              <a:rPr lang="zh-CN" altLang="en-US" smtClean="0"/>
              <a:t>2026/10/4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2DDAA1-C9C8-F9AB-19DC-7F54F8243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07B3BE-7DAB-2372-0672-E1683BF4A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D925E-4D3A-4EF3-950F-2B15434D2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878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AAF8A5B-3432-7241-86A5-02CB78290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807797-6A94-ED47-3B2F-1F4FEED2C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486E8F-D801-49F3-C9C9-A2B66B52A3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A53B9-78AB-437F-9A17-06262938D2EB}" type="datetimeFigureOut">
              <a:rPr lang="zh-CN" altLang="en-US" smtClean="0"/>
              <a:t>2026/10/4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827958-8A3D-F90D-EBB0-91CAE578F2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43ED32-F6F6-5C87-69E1-3967EFA27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D925E-4D3A-4EF3-950F-2B15434D2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94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6974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熙 韩</dc:creator>
  <cp:lastModifiedBy>熙 韩</cp:lastModifiedBy>
  <cp:revision>1</cp:revision>
  <dcterms:created xsi:type="dcterms:W3CDTF">2026-10-04T08:33:59Z</dcterms:created>
  <dcterms:modified xsi:type="dcterms:W3CDTF">2026-10-04T08:33:59Z</dcterms:modified>
</cp:coreProperties>
</file>